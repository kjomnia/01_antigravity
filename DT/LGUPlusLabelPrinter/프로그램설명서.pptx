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5"/>
  </p:handout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5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9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0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532337B-C62F-2C77-DB79-2CDE758F2E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C15E41-9883-0A34-17BF-9870408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52342-E87E-407A-8604-CF59ED290A60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B71DC6-BF45-265C-E000-97A726B955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D7C60D-BB20-CA16-F2D2-E757894520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55CED-CE8F-4A84-887D-0D4E837D4B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6008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1AA04-7797-1F97-D3A6-5B4E435F5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852E5F-DF05-8DDC-7503-F546F3001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F8E1FB-B044-5B46-1872-29B88F734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B86E-B804-4B3F-93B1-274BF6B2B78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088340-46F5-1BA7-E48F-4490ED4B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25B5C4-E6F8-4F39-54E0-45A99396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9121-5F20-4935-8D55-7D585D28AD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966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705623-AD4A-98E3-FCF7-543386E5D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33C9D5-A45C-BB5C-53ED-7FB520C11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311D28-B16F-17CF-FF68-3DA98617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B86E-B804-4B3F-93B1-274BF6B2B78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D7721-FC46-20B8-4B25-C064A0346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4097AE-7BFC-A930-A5F7-FE8ADF61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9121-5F20-4935-8D55-7D585D28AD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517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4359E-F38B-2251-7BF5-12568438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39026A-2C70-A416-E00D-3FDC2DBF0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235BEB-0C90-82FB-BBA5-3E8C0C9B3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B86E-B804-4B3F-93B1-274BF6B2B78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791F34-7CDE-37F6-AE80-DB175967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67E3D3-DA2E-8278-56C9-4DA52468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9121-5F20-4935-8D55-7D585D28AD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32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017EC6-EE4B-1332-C35B-F2A980261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9C80BF-AE39-1685-F0BF-93885659F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1E87BD-62FC-790E-93F2-1B7302F88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A23C92-9D8F-E61D-388B-5CB6069B5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B86E-B804-4B3F-93B1-274BF6B2B78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CE0ADE-DE05-F0C4-1BAB-5A8B7EAA7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276AE8-FFD0-58E2-DAB8-7C3D9D1A7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9121-5F20-4935-8D55-7D585D28AD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036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3EAD9-750A-28BF-4D76-41A5E5FB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5B94F1-9516-8786-EFFE-B5E02B56D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1186A6-CDBA-018D-232B-62F701D64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6B06E8-D625-D78F-92BA-50903CFD4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5830840-F1F9-68BB-E36F-18253C0F2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809D6A-E545-92D9-E532-53B9E089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B86E-B804-4B3F-93B1-274BF6B2B78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14E4D17-CE8E-CDEF-1D92-75F16D9B9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9E6052-6C62-989B-F0C5-0D890C12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9121-5F20-4935-8D55-7D585D28AD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937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07DF2-7538-B621-01D7-A6E8E1E56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BABF3B6-97A7-F933-4BF5-9B68B8DFD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B86E-B804-4B3F-93B1-274BF6B2B78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6B35D2-E2EF-FCAA-2DC4-B851DC1D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5DCBBD-3BB3-5E65-6BCA-1F163C95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9121-5F20-4935-8D55-7D585D28AD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1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3E3B71-CE9E-8F8D-2FE5-5B89C99D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B86E-B804-4B3F-93B1-274BF6B2B78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CAC86D-EE9C-3440-2D9D-E8137B98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20BD30-33B6-F75C-B1E4-772A6A5A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9121-5F20-4935-8D55-7D585D28AD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588964-D9B9-10A4-0993-6C975B6C6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BF67E3-611D-F130-A54C-AAD8AD198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686A93-5925-130E-29A0-D240585EF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801A56-7168-BC0E-59EB-04A6B4B20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B86E-B804-4B3F-93B1-274BF6B2B78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78B37D-3EC8-09B5-C33E-1C55ADA1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EFEADE-164F-1CC8-66E4-BC377A539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9121-5F20-4935-8D55-7D585D28AD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361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8CD37-950F-6D85-4420-6780DDF6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53E553F-0BD1-179B-DADD-8A281DB799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0C92DB-FB98-BC23-AB32-52217E6FD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22E09B-821A-2C86-D03B-E3EB6E607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B86E-B804-4B3F-93B1-274BF6B2B78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2F016A-6E6B-9839-C3D0-C6C90249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0C0BC7-739F-1968-F792-B643FD6B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9121-5F20-4935-8D55-7D585D28AD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5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850AC7-E6C1-4D34-C51C-DA7893A48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DA61A0-7BB9-00F9-F0E3-BB69B0013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33EAC5-3D01-7911-814D-D7A9A3222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B86E-B804-4B3F-93B1-274BF6B2B78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3B5B18-00A2-7584-3C15-CF31B133E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7E43CD-31F1-D1A5-2E7F-9266724E4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9121-5F20-4935-8D55-7D585D28AD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758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87520F0-4370-6437-7059-D53C75D6B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DAECAB-4A4F-1106-4424-6CD622BF2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4B197B-127E-8E84-1AA6-8F7D518BD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B86E-B804-4B3F-93B1-274BF6B2B78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94D588-2E90-57A7-5EFA-BAC0E7CF8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981536-75E3-1AD4-F172-60110B43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C9121-5F20-4935-8D55-7D585D28AD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974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35792F-A04D-4718-B1BF-D8904870F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A9CDB3-D139-555D-3DAA-348BAB210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3E8729-DF94-2AD0-D13D-83641680B8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DB86E-B804-4B3F-93B1-274BF6B2B78D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6E039C-E990-E3B5-A3A7-CA9377C4F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2BAC34-52E1-9CA1-3F0B-FC1435402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3C9121-5F20-4935-8D55-7D585D28AD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17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093B4D1-D3B4-2838-B8C9-786AD163E731}"/>
              </a:ext>
            </a:extLst>
          </p:cNvPr>
          <p:cNvSpPr txBox="1"/>
          <p:nvPr/>
        </p:nvSpPr>
        <p:spPr>
          <a:xfrm>
            <a:off x="878400" y="306000"/>
            <a:ext cx="3411071" cy="9134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2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LGU+ </a:t>
            </a:r>
            <a:r>
              <a:rPr lang="ko-KR" altLang="en-US" sz="2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라벨 프린터</a:t>
            </a:r>
            <a:r>
              <a:rPr lang="en-US" altLang="ko-KR" sz="2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UI</a:t>
            </a:r>
            <a:endParaRPr lang="en-US" altLang="ko-KR" sz="2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D70FD6D-D119-FF08-392F-EE20B81322B2}"/>
              </a:ext>
            </a:extLst>
          </p:cNvPr>
          <p:cNvGrpSpPr/>
          <p:nvPr/>
        </p:nvGrpSpPr>
        <p:grpSpPr>
          <a:xfrm>
            <a:off x="3450659" y="1359454"/>
            <a:ext cx="7514786" cy="3958503"/>
            <a:chOff x="603820" y="256371"/>
            <a:chExt cx="11076561" cy="6226243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CD82E240-4AA9-67E8-89E6-76416BB11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2352" y="256371"/>
              <a:ext cx="7729490" cy="6226243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BBAEA373-52BE-6C93-3E66-14022797DA7A}"/>
                </a:ext>
              </a:extLst>
            </p:cNvPr>
            <p:cNvSpPr/>
            <p:nvPr/>
          </p:nvSpPr>
          <p:spPr>
            <a:xfrm>
              <a:off x="2532025" y="461502"/>
              <a:ext cx="6149009" cy="38552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설명선: 선 10">
              <a:extLst>
                <a:ext uri="{FF2B5EF4-FFF2-40B4-BE49-F238E27FC236}">
                  <a16:creationId xmlns:a16="http://schemas.microsoft.com/office/drawing/2014/main" id="{18A725DC-3FB3-2175-BDCE-2BEC9F3AA2D8}"/>
                </a:ext>
              </a:extLst>
            </p:cNvPr>
            <p:cNvSpPr/>
            <p:nvPr/>
          </p:nvSpPr>
          <p:spPr>
            <a:xfrm flipH="1">
              <a:off x="603820" y="816111"/>
              <a:ext cx="1175796" cy="225287"/>
            </a:xfrm>
            <a:prstGeom prst="borderCallout1">
              <a:avLst>
                <a:gd name="adj1" fmla="val 18750"/>
                <a:gd name="adj2" fmla="val -8333"/>
                <a:gd name="adj3" fmla="val -106167"/>
                <a:gd name="adj4" fmla="val -67767"/>
              </a:avLst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84978">
                <a:spcAft>
                  <a:spcPts val="357"/>
                </a:spcAft>
              </a:pPr>
              <a:r>
                <a:rPr lang="ko-KR" altLang="en-US" sz="53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라벨선택 탭</a:t>
              </a:r>
              <a:endParaRPr lang="ko-KR" altLang="en-US" sz="1000"/>
            </a:p>
          </p:txBody>
        </p:sp>
        <p:sp>
          <p:nvSpPr>
            <p:cNvPr id="12" name="설명선: 선 11">
              <a:extLst>
                <a:ext uri="{FF2B5EF4-FFF2-40B4-BE49-F238E27FC236}">
                  <a16:creationId xmlns:a16="http://schemas.microsoft.com/office/drawing/2014/main" id="{7A972438-5126-1487-F7D7-93575BDAA73F}"/>
                </a:ext>
              </a:extLst>
            </p:cNvPr>
            <p:cNvSpPr/>
            <p:nvPr/>
          </p:nvSpPr>
          <p:spPr>
            <a:xfrm flipH="1">
              <a:off x="603820" y="1384851"/>
              <a:ext cx="1175796" cy="225287"/>
            </a:xfrm>
            <a:prstGeom prst="borderCallout1">
              <a:avLst>
                <a:gd name="adj1" fmla="val 18750"/>
                <a:gd name="adj2" fmla="val -8333"/>
                <a:gd name="adj3" fmla="val -136280"/>
                <a:gd name="adj4" fmla="val -113446"/>
              </a:avLst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84978">
                <a:spcAft>
                  <a:spcPts val="357"/>
                </a:spcAft>
              </a:pPr>
              <a:r>
                <a:rPr lang="ko-KR" altLang="en-US" sz="53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엑셀 파일 경로</a:t>
              </a:r>
              <a:endParaRPr lang="ko-KR" altLang="en-US" sz="1000"/>
            </a:p>
          </p:txBody>
        </p:sp>
        <p:sp>
          <p:nvSpPr>
            <p:cNvPr id="13" name="설명선: 선 12">
              <a:extLst>
                <a:ext uri="{FF2B5EF4-FFF2-40B4-BE49-F238E27FC236}">
                  <a16:creationId xmlns:a16="http://schemas.microsoft.com/office/drawing/2014/main" id="{9EC57A28-CEE0-3865-A008-14D763F5B9B5}"/>
                </a:ext>
              </a:extLst>
            </p:cNvPr>
            <p:cNvSpPr/>
            <p:nvPr/>
          </p:nvSpPr>
          <p:spPr>
            <a:xfrm>
              <a:off x="10444922" y="1610138"/>
              <a:ext cx="1227064" cy="225287"/>
            </a:xfrm>
            <a:prstGeom prst="borderCallout1">
              <a:avLst>
                <a:gd name="adj1" fmla="val 18750"/>
                <a:gd name="adj2" fmla="val -8333"/>
                <a:gd name="adj3" fmla="val -204616"/>
                <a:gd name="adj4" fmla="val -178679"/>
              </a:avLst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84978">
                <a:spcAft>
                  <a:spcPts val="357"/>
                </a:spcAft>
              </a:pPr>
              <a:r>
                <a:rPr lang="ko-KR" altLang="en-US" sz="53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엑셀 선택</a:t>
              </a:r>
              <a:endParaRPr lang="ko-KR" altLang="en-US" sz="1000"/>
            </a:p>
          </p:txBody>
        </p:sp>
        <p:sp>
          <p:nvSpPr>
            <p:cNvPr id="14" name="설명선: 선 13">
              <a:extLst>
                <a:ext uri="{FF2B5EF4-FFF2-40B4-BE49-F238E27FC236}">
                  <a16:creationId xmlns:a16="http://schemas.microsoft.com/office/drawing/2014/main" id="{9B5727FC-2632-F3FA-B238-81A5FBCA6F88}"/>
                </a:ext>
              </a:extLst>
            </p:cNvPr>
            <p:cNvSpPr/>
            <p:nvPr/>
          </p:nvSpPr>
          <p:spPr>
            <a:xfrm>
              <a:off x="10407870" y="1092513"/>
              <a:ext cx="1227064" cy="225287"/>
            </a:xfrm>
            <a:prstGeom prst="borderCallout1">
              <a:avLst>
                <a:gd name="adj1" fmla="val 18750"/>
                <a:gd name="adj2" fmla="val -8333"/>
                <a:gd name="adj3" fmla="val -24224"/>
                <a:gd name="adj4" fmla="val -48607"/>
              </a:avLst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84978">
                <a:spcAft>
                  <a:spcPts val="357"/>
                </a:spcAft>
              </a:pPr>
              <a:r>
                <a:rPr lang="ko-KR" altLang="en-US" sz="53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파일 읽기</a:t>
              </a:r>
              <a:endParaRPr lang="ko-KR" altLang="en-US" sz="1000"/>
            </a:p>
          </p:txBody>
        </p:sp>
        <p:sp>
          <p:nvSpPr>
            <p:cNvPr id="15" name="설명선: 선 14">
              <a:extLst>
                <a:ext uri="{FF2B5EF4-FFF2-40B4-BE49-F238E27FC236}">
                  <a16:creationId xmlns:a16="http://schemas.microsoft.com/office/drawing/2014/main" id="{FD5A0C39-11F7-3798-1C4C-7715A19D0796}"/>
                </a:ext>
              </a:extLst>
            </p:cNvPr>
            <p:cNvSpPr/>
            <p:nvPr/>
          </p:nvSpPr>
          <p:spPr>
            <a:xfrm flipH="1">
              <a:off x="864363" y="5893452"/>
              <a:ext cx="1175796" cy="225287"/>
            </a:xfrm>
            <a:prstGeom prst="borderCallout1">
              <a:avLst>
                <a:gd name="adj1" fmla="val 18750"/>
                <a:gd name="adj2" fmla="val -8333"/>
                <a:gd name="adj3" fmla="val 60885"/>
                <a:gd name="adj4" fmla="val -94999"/>
              </a:avLst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84978">
                <a:spcAft>
                  <a:spcPts val="357"/>
                </a:spcAft>
              </a:pPr>
              <a:r>
                <a:rPr lang="ko-KR" altLang="en-US" sz="53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프린터 선택</a:t>
              </a:r>
              <a:endParaRPr lang="ko-KR" altLang="en-US" sz="1000"/>
            </a:p>
          </p:txBody>
        </p:sp>
        <p:sp>
          <p:nvSpPr>
            <p:cNvPr id="16" name="설명선: 선 15">
              <a:extLst>
                <a:ext uri="{FF2B5EF4-FFF2-40B4-BE49-F238E27FC236}">
                  <a16:creationId xmlns:a16="http://schemas.microsoft.com/office/drawing/2014/main" id="{9E246659-C2AB-A407-8E45-D78121EEC886}"/>
                </a:ext>
              </a:extLst>
            </p:cNvPr>
            <p:cNvSpPr/>
            <p:nvPr/>
          </p:nvSpPr>
          <p:spPr>
            <a:xfrm>
              <a:off x="10546608" y="4901097"/>
              <a:ext cx="1133771" cy="346765"/>
            </a:xfrm>
            <a:prstGeom prst="borderCallout1">
              <a:avLst>
                <a:gd name="adj1" fmla="val 18750"/>
                <a:gd name="adj2" fmla="val -8333"/>
                <a:gd name="adj3" fmla="val 320545"/>
                <a:gd name="adj4" fmla="val -176600"/>
              </a:avLst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84978">
                <a:spcAft>
                  <a:spcPts val="357"/>
                </a:spcAft>
              </a:pPr>
              <a:r>
                <a:rPr lang="ko-KR" altLang="en-US" sz="53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라벨 디자인 미리보기</a:t>
              </a:r>
              <a:endParaRPr lang="ko-KR" altLang="en-US" sz="1000"/>
            </a:p>
          </p:txBody>
        </p:sp>
        <p:sp>
          <p:nvSpPr>
            <p:cNvPr id="17" name="설명선: 선 16">
              <a:extLst>
                <a:ext uri="{FF2B5EF4-FFF2-40B4-BE49-F238E27FC236}">
                  <a16:creationId xmlns:a16="http://schemas.microsoft.com/office/drawing/2014/main" id="{BD285BA6-7394-8672-2496-D986165BD6EC}"/>
                </a:ext>
              </a:extLst>
            </p:cNvPr>
            <p:cNvSpPr/>
            <p:nvPr/>
          </p:nvSpPr>
          <p:spPr>
            <a:xfrm>
              <a:off x="10546609" y="5671841"/>
              <a:ext cx="1133772" cy="286198"/>
            </a:xfrm>
            <a:prstGeom prst="borderCallout1">
              <a:avLst>
                <a:gd name="adj1" fmla="val 18750"/>
                <a:gd name="adj2" fmla="val -8333"/>
                <a:gd name="adj3" fmla="val 142491"/>
                <a:gd name="adj4" fmla="val -67653"/>
              </a:avLst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84978">
                <a:spcAft>
                  <a:spcPts val="357"/>
                </a:spcAft>
              </a:pPr>
              <a:r>
                <a:rPr lang="ko-KR" altLang="en-US" sz="53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라벨 출력</a:t>
              </a:r>
              <a:endParaRPr lang="ko-KR" altLang="en-US" sz="1000"/>
            </a:p>
          </p:txBody>
        </p:sp>
        <p:sp>
          <p:nvSpPr>
            <p:cNvPr id="19" name="설명선: 선 18">
              <a:extLst>
                <a:ext uri="{FF2B5EF4-FFF2-40B4-BE49-F238E27FC236}">
                  <a16:creationId xmlns:a16="http://schemas.microsoft.com/office/drawing/2014/main" id="{32BB953A-E71E-2E77-B4B4-2E2C1BD1928A}"/>
                </a:ext>
              </a:extLst>
            </p:cNvPr>
            <p:cNvSpPr/>
            <p:nvPr/>
          </p:nvSpPr>
          <p:spPr>
            <a:xfrm flipH="1">
              <a:off x="607575" y="2085891"/>
              <a:ext cx="1175796" cy="225287"/>
            </a:xfrm>
            <a:prstGeom prst="borderCallout1">
              <a:avLst>
                <a:gd name="adj1" fmla="val 18750"/>
                <a:gd name="adj2" fmla="val -8333"/>
                <a:gd name="adj3" fmla="val -313586"/>
                <a:gd name="adj4" fmla="val -112218"/>
              </a:avLst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84978">
                <a:spcAft>
                  <a:spcPts val="357"/>
                </a:spcAft>
              </a:pPr>
              <a:r>
                <a:rPr lang="ko-KR" altLang="en-US" sz="53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전체 선택</a:t>
              </a:r>
              <a:r>
                <a:rPr lang="en-US" altLang="ko-KR" sz="53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</a:t>
              </a:r>
              <a:r>
                <a:rPr lang="ko-KR" altLang="en-US" sz="53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해제</a:t>
              </a:r>
              <a:endParaRPr lang="ko-KR" altLang="en-US" sz="1000"/>
            </a:p>
          </p:txBody>
        </p:sp>
        <p:sp>
          <p:nvSpPr>
            <p:cNvPr id="20" name="설명선: 선 19">
              <a:extLst>
                <a:ext uri="{FF2B5EF4-FFF2-40B4-BE49-F238E27FC236}">
                  <a16:creationId xmlns:a16="http://schemas.microsoft.com/office/drawing/2014/main" id="{C467D8A7-0E35-F08A-5EBC-EEC5845A13B9}"/>
                </a:ext>
              </a:extLst>
            </p:cNvPr>
            <p:cNvSpPr/>
            <p:nvPr/>
          </p:nvSpPr>
          <p:spPr>
            <a:xfrm flipH="1">
              <a:off x="603820" y="2847578"/>
              <a:ext cx="1175796" cy="225287"/>
            </a:xfrm>
            <a:prstGeom prst="borderCallout1">
              <a:avLst>
                <a:gd name="adj1" fmla="val 18750"/>
                <a:gd name="adj2" fmla="val -8333"/>
                <a:gd name="adj3" fmla="val 26073"/>
                <a:gd name="adj4" fmla="val -92981"/>
              </a:avLst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84978">
                <a:spcAft>
                  <a:spcPts val="357"/>
                </a:spcAft>
              </a:pPr>
              <a:r>
                <a:rPr lang="ko-KR" altLang="en-US" sz="53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개별 선택</a:t>
              </a:r>
              <a:r>
                <a:rPr lang="en-US" altLang="ko-KR" sz="53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</a:t>
              </a:r>
              <a:r>
                <a:rPr lang="ko-KR" altLang="en-US" sz="53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해제</a:t>
              </a:r>
              <a:endParaRPr lang="ko-KR" altLang="en-US" sz="1000"/>
            </a:p>
          </p:txBody>
        </p:sp>
      </p:grpSp>
    </p:spTree>
    <p:extLst>
      <p:ext uri="{BB962C8B-B14F-4D97-AF65-F5344CB8AC3E}">
        <p14:creationId xmlns:p14="http://schemas.microsoft.com/office/powerpoint/2010/main" val="361806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D1D17E-A826-244F-F347-95AFED3B7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363C8591-7405-83E4-585F-65D749A92B80}"/>
              </a:ext>
            </a:extLst>
          </p:cNvPr>
          <p:cNvSpPr txBox="1"/>
          <p:nvPr/>
        </p:nvSpPr>
        <p:spPr>
          <a:xfrm>
            <a:off x="876693" y="305294"/>
            <a:ext cx="3455821" cy="5247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라벨 인쇄 설정</a:t>
            </a:r>
            <a:r>
              <a:rPr lang="en-US" altLang="ko-KR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</a:t>
            </a:r>
            <a:r>
              <a:rPr lang="ko-KR" alt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박스</a:t>
            </a:r>
            <a:r>
              <a:rPr lang="en-US" altLang="ko-KR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ko-KR" altLang="en-US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라인</a:t>
            </a:r>
            <a:r>
              <a:rPr lang="en-US" altLang="ko-KR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  <a:endParaRPr lang="ko-KR" altLang="en-US" sz="2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49D9D3-64C4-C6E6-8891-E5A8E77A253B}"/>
              </a:ext>
            </a:extLst>
          </p:cNvPr>
          <p:cNvSpPr txBox="1"/>
          <p:nvPr/>
        </p:nvSpPr>
        <p:spPr>
          <a:xfrm>
            <a:off x="876693" y="175506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[</a:t>
            </a:r>
            <a:r>
              <a:rPr lang="ko-KR" altLang="en-US" sz="1000" dirty="0"/>
              <a:t>장비</a:t>
            </a:r>
            <a:r>
              <a:rPr lang="en-US" altLang="ko-KR" sz="1000" dirty="0"/>
              <a:t>_LINE]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; </a:t>
            </a:r>
            <a:r>
              <a:rPr lang="ko-KR" altLang="en-US" sz="1000" dirty="0"/>
              <a:t>설명	</a:t>
            </a:r>
            <a:r>
              <a:rPr lang="en-US" altLang="ko-KR" sz="1000" dirty="0"/>
              <a:t>(X1,Y1) → (X2,Y2)	</a:t>
            </a:r>
            <a:r>
              <a:rPr lang="ko-KR" altLang="en-US" sz="1000" dirty="0"/>
              <a:t>길이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; </a:t>
            </a:r>
            <a:r>
              <a:rPr lang="ko-KR" altLang="en-US" sz="1000" dirty="0"/>
              <a:t>상단	</a:t>
            </a:r>
            <a:r>
              <a:rPr lang="en-US" altLang="ko-KR" sz="1000" dirty="0"/>
              <a:t>(1,1) → (99,1)		98 mm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; </a:t>
            </a:r>
            <a:r>
              <a:rPr lang="ko-KR" altLang="en-US" sz="1000" dirty="0"/>
              <a:t>우측	</a:t>
            </a:r>
            <a:r>
              <a:rPr lang="en-US" altLang="ko-KR" sz="1000" dirty="0"/>
              <a:t>(99,1) → (99,24)		23 mm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; </a:t>
            </a:r>
            <a:r>
              <a:rPr lang="ko-KR" altLang="en-US" sz="1000" dirty="0"/>
              <a:t>하단	</a:t>
            </a:r>
            <a:r>
              <a:rPr lang="en-US" altLang="ko-KR" sz="1000" dirty="0"/>
              <a:t>(99,24) → (1,24)		98 mm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; </a:t>
            </a:r>
            <a:r>
              <a:rPr lang="ko-KR" altLang="en-US" sz="1000" dirty="0"/>
              <a:t>좌측	</a:t>
            </a:r>
            <a:r>
              <a:rPr lang="en-US" altLang="ko-KR" sz="1000" dirty="0"/>
              <a:t>(1,24) → (1,1)		23 mm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LINE1=1,1,99,1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LINE2=99,1,99,24 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LINE3=99,24,1,24 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LINE4=1,24,1,1 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;</a:t>
            </a:r>
            <a:r>
              <a:rPr lang="ko-KR" altLang="en-US" sz="1000" dirty="0"/>
              <a:t>수평 그리드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LINE5=1,6,99,6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LINE6=20,11,99,11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;</a:t>
            </a:r>
            <a:r>
              <a:rPr lang="ko-KR" altLang="en-US" sz="1000" dirty="0"/>
              <a:t>수직 그리드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LINE7=20,1,20,24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000" dirty="0"/>
              <a:t>LINE8=32,1,32,24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17E7314-14E1-CD90-299C-D833FB7F1BE3}"/>
              </a:ext>
            </a:extLst>
          </p:cNvPr>
          <p:cNvGrpSpPr/>
          <p:nvPr/>
        </p:nvGrpSpPr>
        <p:grpSpPr>
          <a:xfrm>
            <a:off x="5054186" y="2106391"/>
            <a:ext cx="6389345" cy="2815200"/>
            <a:chOff x="4156323" y="827422"/>
            <a:chExt cx="7783534" cy="297098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7C0A99A-A5D0-F6FC-4311-6DD4BCD32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56323" y="1220026"/>
              <a:ext cx="6662474" cy="1835712"/>
            </a:xfrm>
            <a:prstGeom prst="rect">
              <a:avLst/>
            </a:prstGeom>
            <a:ln w="12700">
              <a:solidFill>
                <a:srgbClr val="C00000"/>
              </a:solidFill>
            </a:ln>
          </p:spPr>
        </p:pic>
        <p:sp>
          <p:nvSpPr>
            <p:cNvPr id="11" name="설명선: 선 10">
              <a:extLst>
                <a:ext uri="{FF2B5EF4-FFF2-40B4-BE49-F238E27FC236}">
                  <a16:creationId xmlns:a16="http://schemas.microsoft.com/office/drawing/2014/main" id="{F2E596AB-9D7B-CD5C-860C-453BC298CE67}"/>
                </a:ext>
              </a:extLst>
            </p:cNvPr>
            <p:cNvSpPr/>
            <p:nvPr/>
          </p:nvSpPr>
          <p:spPr>
            <a:xfrm flipH="1">
              <a:off x="7235845" y="827422"/>
              <a:ext cx="828000" cy="180000"/>
            </a:xfrm>
            <a:prstGeom prst="borderCallout1">
              <a:avLst>
                <a:gd name="adj1" fmla="val 18750"/>
                <a:gd name="adj2" fmla="val -8333"/>
                <a:gd name="adj3" fmla="val 646751"/>
                <a:gd name="adj4" fmla="val -69118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515311">
                <a:spcAft>
                  <a:spcPts val="380"/>
                </a:spcAft>
              </a:pPr>
              <a:r>
                <a:rPr lang="en-US" altLang="ko-KR" sz="563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LINE6</a:t>
              </a:r>
              <a:endParaRPr lang="ko-KR" altLang="en-US" sz="1000"/>
            </a:p>
          </p:txBody>
        </p:sp>
        <p:sp>
          <p:nvSpPr>
            <p:cNvPr id="12" name="설명선: 선 11">
              <a:extLst>
                <a:ext uri="{FF2B5EF4-FFF2-40B4-BE49-F238E27FC236}">
                  <a16:creationId xmlns:a16="http://schemas.microsoft.com/office/drawing/2014/main" id="{1F1AB9D3-E60D-4211-FE20-987F98DE3DE6}"/>
                </a:ext>
              </a:extLst>
            </p:cNvPr>
            <p:cNvSpPr/>
            <p:nvPr/>
          </p:nvSpPr>
          <p:spPr>
            <a:xfrm>
              <a:off x="4659415" y="3617125"/>
              <a:ext cx="828000" cy="180000"/>
            </a:xfrm>
            <a:prstGeom prst="borderCallout1">
              <a:avLst>
                <a:gd name="adj1" fmla="val 18750"/>
                <a:gd name="adj2" fmla="val -8333"/>
                <a:gd name="adj3" fmla="val -527849"/>
                <a:gd name="adj4" fmla="val -44490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515311">
                <a:spcAft>
                  <a:spcPts val="380"/>
                </a:spcAft>
              </a:pPr>
              <a:r>
                <a:rPr lang="en-US" altLang="ko-KR" sz="563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LINE4</a:t>
              </a:r>
              <a:endParaRPr lang="ko-KR" altLang="en-US" sz="1000"/>
            </a:p>
          </p:txBody>
        </p:sp>
        <p:sp>
          <p:nvSpPr>
            <p:cNvPr id="13" name="설명선: 선 12">
              <a:extLst>
                <a:ext uri="{FF2B5EF4-FFF2-40B4-BE49-F238E27FC236}">
                  <a16:creationId xmlns:a16="http://schemas.microsoft.com/office/drawing/2014/main" id="{4A5856F6-5C5E-0E8F-9C22-A0F37454F745}"/>
                </a:ext>
              </a:extLst>
            </p:cNvPr>
            <p:cNvSpPr/>
            <p:nvPr/>
          </p:nvSpPr>
          <p:spPr>
            <a:xfrm>
              <a:off x="5922336" y="3618410"/>
              <a:ext cx="828000" cy="180000"/>
            </a:xfrm>
            <a:prstGeom prst="borderCallout1">
              <a:avLst>
                <a:gd name="adj1" fmla="val 18750"/>
                <a:gd name="adj2" fmla="val -8333"/>
                <a:gd name="adj3" fmla="val -528486"/>
                <a:gd name="adj4" fmla="val -48685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515311">
                <a:spcAft>
                  <a:spcPts val="380"/>
                </a:spcAft>
              </a:pPr>
              <a:r>
                <a:rPr lang="en-US" altLang="ko-KR" sz="563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LINE7</a:t>
              </a:r>
              <a:endParaRPr lang="ko-KR" altLang="en-US" sz="1000"/>
            </a:p>
          </p:txBody>
        </p:sp>
        <p:sp>
          <p:nvSpPr>
            <p:cNvPr id="14" name="설명선: 선 13">
              <a:extLst>
                <a:ext uri="{FF2B5EF4-FFF2-40B4-BE49-F238E27FC236}">
                  <a16:creationId xmlns:a16="http://schemas.microsoft.com/office/drawing/2014/main" id="{8FE9EFE2-8DC4-F91D-8C4B-23BB1CFC3EBF}"/>
                </a:ext>
              </a:extLst>
            </p:cNvPr>
            <p:cNvSpPr/>
            <p:nvPr/>
          </p:nvSpPr>
          <p:spPr>
            <a:xfrm>
              <a:off x="11111857" y="1452264"/>
              <a:ext cx="828000" cy="180000"/>
            </a:xfrm>
            <a:prstGeom prst="borderCallout1">
              <a:avLst>
                <a:gd name="adj1" fmla="val 18750"/>
                <a:gd name="adj2" fmla="val -8333"/>
                <a:gd name="adj3" fmla="val 46081"/>
                <a:gd name="adj4" fmla="val -67688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515311">
                <a:spcAft>
                  <a:spcPts val="380"/>
                </a:spcAft>
              </a:pPr>
              <a:r>
                <a:rPr lang="en-US" altLang="ko-KR" sz="563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LINE2</a:t>
              </a:r>
              <a:endParaRPr lang="ko-KR" altLang="en-US" sz="1000"/>
            </a:p>
          </p:txBody>
        </p:sp>
        <p:sp>
          <p:nvSpPr>
            <p:cNvPr id="15" name="설명선: 선 14">
              <a:extLst>
                <a:ext uri="{FF2B5EF4-FFF2-40B4-BE49-F238E27FC236}">
                  <a16:creationId xmlns:a16="http://schemas.microsoft.com/office/drawing/2014/main" id="{B3B97321-A8FE-C621-8E22-A59CEC9AEE6D}"/>
                </a:ext>
              </a:extLst>
            </p:cNvPr>
            <p:cNvSpPr/>
            <p:nvPr/>
          </p:nvSpPr>
          <p:spPr>
            <a:xfrm flipH="1">
              <a:off x="6096000" y="827422"/>
              <a:ext cx="828000" cy="180000"/>
            </a:xfrm>
            <a:prstGeom prst="borderCallout1">
              <a:avLst>
                <a:gd name="adj1" fmla="val 18750"/>
                <a:gd name="adj2" fmla="val -8333"/>
                <a:gd name="adj3" fmla="val 464680"/>
                <a:gd name="adj4" fmla="val -41233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515311">
                <a:spcAft>
                  <a:spcPts val="380"/>
                </a:spcAft>
              </a:pPr>
              <a:r>
                <a:rPr lang="en-US" altLang="ko-KR" sz="563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LINE5</a:t>
              </a:r>
              <a:endParaRPr lang="ko-KR" altLang="en-US" sz="1000"/>
            </a:p>
          </p:txBody>
        </p:sp>
        <p:sp>
          <p:nvSpPr>
            <p:cNvPr id="16" name="설명선: 선 15">
              <a:extLst>
                <a:ext uri="{FF2B5EF4-FFF2-40B4-BE49-F238E27FC236}">
                  <a16:creationId xmlns:a16="http://schemas.microsoft.com/office/drawing/2014/main" id="{C90321CC-D1F3-9568-5750-CE21F325CAC9}"/>
                </a:ext>
              </a:extLst>
            </p:cNvPr>
            <p:cNvSpPr/>
            <p:nvPr/>
          </p:nvSpPr>
          <p:spPr>
            <a:xfrm>
              <a:off x="10136706" y="3327170"/>
              <a:ext cx="828000" cy="180000"/>
            </a:xfrm>
            <a:prstGeom prst="borderCallout1">
              <a:avLst>
                <a:gd name="adj1" fmla="val 18750"/>
                <a:gd name="adj2" fmla="val -8333"/>
                <a:gd name="adj3" fmla="val -229976"/>
                <a:gd name="adj4" fmla="val -58727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515311">
                <a:spcAft>
                  <a:spcPts val="380"/>
                </a:spcAft>
              </a:pPr>
              <a:r>
                <a:rPr lang="en-US" altLang="ko-KR" sz="563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LINE3</a:t>
              </a:r>
              <a:endParaRPr lang="ko-KR" altLang="en-US" sz="1000"/>
            </a:p>
          </p:txBody>
        </p:sp>
        <p:sp>
          <p:nvSpPr>
            <p:cNvPr id="17" name="설명선: 선 16">
              <a:extLst>
                <a:ext uri="{FF2B5EF4-FFF2-40B4-BE49-F238E27FC236}">
                  <a16:creationId xmlns:a16="http://schemas.microsoft.com/office/drawing/2014/main" id="{EC8B884C-53AC-04D8-522B-FBD6FCCA3130}"/>
                </a:ext>
              </a:extLst>
            </p:cNvPr>
            <p:cNvSpPr/>
            <p:nvPr/>
          </p:nvSpPr>
          <p:spPr>
            <a:xfrm>
              <a:off x="7427194" y="3595840"/>
              <a:ext cx="828000" cy="180000"/>
            </a:xfrm>
            <a:prstGeom prst="borderCallout1">
              <a:avLst>
                <a:gd name="adj1" fmla="val 18750"/>
                <a:gd name="adj2" fmla="val -8333"/>
                <a:gd name="adj3" fmla="val -440988"/>
                <a:gd name="adj4" fmla="val -139086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515311">
                <a:spcAft>
                  <a:spcPts val="380"/>
                </a:spcAft>
              </a:pPr>
              <a:r>
                <a:rPr lang="en-US" altLang="ko-KR" sz="563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LINE8</a:t>
              </a:r>
              <a:endParaRPr lang="ko-KR" altLang="en-US" sz="1000"/>
            </a:p>
          </p:txBody>
        </p:sp>
        <p:sp>
          <p:nvSpPr>
            <p:cNvPr id="19" name="설명선: 선 18">
              <a:extLst>
                <a:ext uri="{FF2B5EF4-FFF2-40B4-BE49-F238E27FC236}">
                  <a16:creationId xmlns:a16="http://schemas.microsoft.com/office/drawing/2014/main" id="{A5A4ECCD-2356-9B2A-E2C1-D8F6EA159CDE}"/>
                </a:ext>
              </a:extLst>
            </p:cNvPr>
            <p:cNvSpPr/>
            <p:nvPr/>
          </p:nvSpPr>
          <p:spPr>
            <a:xfrm flipH="1">
              <a:off x="4205240" y="827422"/>
              <a:ext cx="828000" cy="180000"/>
            </a:xfrm>
            <a:prstGeom prst="borderCallout1">
              <a:avLst>
                <a:gd name="adj1" fmla="val 18750"/>
                <a:gd name="adj2" fmla="val -8333"/>
                <a:gd name="adj3" fmla="val 264788"/>
                <a:gd name="adj4" fmla="val -28603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515311">
                <a:spcAft>
                  <a:spcPts val="380"/>
                </a:spcAft>
              </a:pPr>
              <a:r>
                <a:rPr lang="en-US" altLang="ko-KR" sz="82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LINE1</a:t>
              </a:r>
              <a:endParaRPr lang="ko-KR" altLang="en-US" sz="1000"/>
            </a:p>
          </p:txBody>
        </p:sp>
      </p:grpSp>
    </p:spTree>
    <p:extLst>
      <p:ext uri="{BB962C8B-B14F-4D97-AF65-F5344CB8AC3E}">
        <p14:creationId xmlns:p14="http://schemas.microsoft.com/office/powerpoint/2010/main" val="1131644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41CE3-44F6-0DDD-9E69-CB174086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C478-5C50-2FE1-72DE-27FF13E9D5D0}"/>
              </a:ext>
            </a:extLst>
          </p:cNvPr>
          <p:cNvSpPr txBox="1"/>
          <p:nvPr/>
        </p:nvSpPr>
        <p:spPr>
          <a:xfrm>
            <a:off x="878400" y="306000"/>
            <a:ext cx="4287261" cy="5645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라벨 인쇄 설정</a:t>
            </a:r>
            <a:r>
              <a:rPr lang="en-US" altLang="ko-KR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</a:t>
            </a:r>
            <a:r>
              <a:rPr lang="ko-KR" alt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위치</a:t>
            </a:r>
            <a:r>
              <a:rPr lang="en-US" altLang="ko-KR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ko-KR" alt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폰트</a:t>
            </a:r>
            <a:r>
              <a:rPr lang="en-US" altLang="ko-KR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  <a:endParaRPr lang="ko-KR" altLang="en-US" sz="2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9F7BC8-2A8C-FEC1-A1C1-4BCC4C4DDE55}"/>
              </a:ext>
            </a:extLst>
          </p:cNvPr>
          <p:cNvSpPr txBox="1"/>
          <p:nvPr/>
        </p:nvSpPr>
        <p:spPr>
          <a:xfrm>
            <a:off x="741705" y="1465393"/>
            <a:ext cx="3455821" cy="50701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800" dirty="0"/>
              <a:t>[</a:t>
            </a:r>
            <a:r>
              <a:rPr lang="ko-KR" altLang="en-US" sz="800" dirty="0"/>
              <a:t>장비</a:t>
            </a:r>
            <a:r>
              <a:rPr lang="en-US" altLang="ko-KR" sz="800" dirty="0"/>
              <a:t>_POSITION]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800" dirty="0"/>
              <a:t>START=2,0.5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800" dirty="0"/>
              <a:t>장비</a:t>
            </a:r>
            <a:r>
              <a:rPr lang="en-US" altLang="ko-KR" sz="800" dirty="0"/>
              <a:t>QR_TITLE=4,2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800" dirty="0"/>
              <a:t>장비</a:t>
            </a:r>
            <a:r>
              <a:rPr lang="en-US" altLang="ko-KR" sz="800" dirty="0"/>
              <a:t>ID_TITLE=21,2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800" dirty="0"/>
              <a:t>TID_TITLE=21,7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800" dirty="0" err="1"/>
              <a:t>장비명</a:t>
            </a:r>
            <a:r>
              <a:rPr lang="en-US" altLang="ko-KR" sz="800" dirty="0"/>
              <a:t>_TITLE=21,16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800" dirty="0"/>
              <a:t>장비</a:t>
            </a:r>
            <a:r>
              <a:rPr lang="en-US" altLang="ko-KR" sz="800" dirty="0"/>
              <a:t>QR_TEXT=3,21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800" dirty="0"/>
              <a:t>장비</a:t>
            </a:r>
            <a:r>
              <a:rPr lang="en-US" altLang="ko-KR" sz="800" dirty="0"/>
              <a:t>ID_TEXT=32,2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800" dirty="0"/>
              <a:t>TID_TEXT=32,7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800" dirty="0" err="1"/>
              <a:t>장비명</a:t>
            </a:r>
            <a:r>
              <a:rPr lang="en-US" altLang="ko-KR" sz="800" dirty="0"/>
              <a:t>_TEXT=32,12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800" dirty="0" err="1"/>
              <a:t>장비명</a:t>
            </a:r>
            <a:r>
              <a:rPr lang="en-US" altLang="ko-KR" sz="800" dirty="0"/>
              <a:t>_TEXT_SIZE=65,12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800" dirty="0"/>
              <a:t>QR=3,7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800" dirty="0"/>
              <a:t>[</a:t>
            </a:r>
            <a:r>
              <a:rPr lang="ko-KR" altLang="en-US" sz="800" dirty="0"/>
              <a:t>장비</a:t>
            </a:r>
            <a:r>
              <a:rPr lang="en-US" altLang="ko-KR" sz="800" dirty="0"/>
              <a:t>_FONT]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800" dirty="0"/>
              <a:t>FONT_NAME=LG Smart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800" dirty="0"/>
              <a:t>; SIZE, BOLD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800" dirty="0"/>
              <a:t>장비</a:t>
            </a:r>
            <a:r>
              <a:rPr lang="en-US" altLang="ko-KR" sz="800" dirty="0"/>
              <a:t>QR_TITLE=7,B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800" dirty="0"/>
              <a:t>장비</a:t>
            </a:r>
            <a:r>
              <a:rPr lang="en-US" altLang="ko-KR" sz="800" dirty="0"/>
              <a:t>ID_TITLE=7,B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800" dirty="0"/>
              <a:t>TID_TITLE=7,B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800" dirty="0" err="1"/>
              <a:t>장비명</a:t>
            </a:r>
            <a:r>
              <a:rPr lang="en-US" altLang="ko-KR" sz="800" dirty="0"/>
              <a:t>_TITLE=7,B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800" dirty="0"/>
              <a:t>장비</a:t>
            </a:r>
            <a:r>
              <a:rPr lang="en-US" altLang="ko-KR" sz="800" dirty="0"/>
              <a:t>QR_TEXT=6,B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800" dirty="0"/>
              <a:t>장비</a:t>
            </a:r>
            <a:r>
              <a:rPr lang="en-US" altLang="ko-KR" sz="800" dirty="0"/>
              <a:t>ID_TEXT=7,B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800" dirty="0"/>
              <a:t>TID_TEXT=7,B</a:t>
            </a: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800" dirty="0" err="1"/>
              <a:t>장비명</a:t>
            </a:r>
            <a:r>
              <a:rPr lang="en-US" altLang="ko-KR" sz="800" dirty="0"/>
              <a:t>_TEXT=11,B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84821B1-D8E0-96F0-D54E-4AF011E8FADB}"/>
              </a:ext>
            </a:extLst>
          </p:cNvPr>
          <p:cNvGrpSpPr/>
          <p:nvPr/>
        </p:nvGrpSpPr>
        <p:grpSpPr>
          <a:xfrm>
            <a:off x="4511217" y="2026646"/>
            <a:ext cx="6389347" cy="2814018"/>
            <a:chOff x="3385187" y="1365900"/>
            <a:chExt cx="7643892" cy="3366549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23D44C3-5F89-1FE6-26C6-4E36F0708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09371" y="1758877"/>
              <a:ext cx="6285238" cy="1752183"/>
            </a:xfrm>
            <a:prstGeom prst="rect">
              <a:avLst/>
            </a:prstGeom>
            <a:ln w="12700">
              <a:solidFill>
                <a:srgbClr val="C00000"/>
              </a:solidFill>
            </a:ln>
          </p:spPr>
        </p:pic>
        <p:sp>
          <p:nvSpPr>
            <p:cNvPr id="11" name="설명선: 선 10">
              <a:extLst>
                <a:ext uri="{FF2B5EF4-FFF2-40B4-BE49-F238E27FC236}">
                  <a16:creationId xmlns:a16="http://schemas.microsoft.com/office/drawing/2014/main" id="{3B85F2E1-7569-33EC-7F55-F13DE1A5F6C9}"/>
                </a:ext>
              </a:extLst>
            </p:cNvPr>
            <p:cNvSpPr/>
            <p:nvPr/>
          </p:nvSpPr>
          <p:spPr>
            <a:xfrm>
              <a:off x="7333085" y="1366265"/>
              <a:ext cx="786903" cy="159799"/>
            </a:xfrm>
            <a:prstGeom prst="borderCallout1">
              <a:avLst>
                <a:gd name="adj1" fmla="val 18750"/>
                <a:gd name="adj2" fmla="val -8333"/>
                <a:gd name="adj3" fmla="val 343072"/>
                <a:gd name="adj4" fmla="val -71763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27708">
                <a:spcAft>
                  <a:spcPts val="315"/>
                </a:spcAft>
              </a:pPr>
              <a:r>
                <a:rPr lang="ko-KR" altLang="en-US" sz="664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장비</a:t>
              </a:r>
              <a:r>
                <a:rPr lang="en-US" altLang="ko-KR" sz="664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ID_TEXT</a:t>
              </a:r>
              <a:endParaRPr lang="ko-KR" altLang="en-US" sz="800"/>
            </a:p>
          </p:txBody>
        </p:sp>
        <p:sp>
          <p:nvSpPr>
            <p:cNvPr id="13" name="설명선: 선 12">
              <a:extLst>
                <a:ext uri="{FF2B5EF4-FFF2-40B4-BE49-F238E27FC236}">
                  <a16:creationId xmlns:a16="http://schemas.microsoft.com/office/drawing/2014/main" id="{1F25A9DC-1425-7A2E-BCC4-504C910A2DF6}"/>
                </a:ext>
              </a:extLst>
            </p:cNvPr>
            <p:cNvSpPr/>
            <p:nvPr/>
          </p:nvSpPr>
          <p:spPr>
            <a:xfrm>
              <a:off x="6275782" y="4083059"/>
              <a:ext cx="1202101" cy="216391"/>
            </a:xfrm>
            <a:prstGeom prst="borderCallout1">
              <a:avLst>
                <a:gd name="adj1" fmla="val 18750"/>
                <a:gd name="adj2" fmla="val -8333"/>
                <a:gd name="adj3" fmla="val -498147"/>
                <a:gd name="adj4" fmla="val -26060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27708">
                <a:spcAft>
                  <a:spcPts val="315"/>
                </a:spcAft>
              </a:pPr>
              <a:r>
                <a:rPr lang="ko-KR" altLang="en-US" sz="664" kern="1200" err="1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장비명</a:t>
              </a:r>
              <a:r>
                <a:rPr lang="en-US" altLang="ko-KR" sz="664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_TITLE</a:t>
              </a:r>
              <a:endParaRPr lang="ko-KR" altLang="en-US" sz="800"/>
            </a:p>
          </p:txBody>
        </p:sp>
        <p:sp>
          <p:nvSpPr>
            <p:cNvPr id="15" name="설명선: 선 14">
              <a:extLst>
                <a:ext uri="{FF2B5EF4-FFF2-40B4-BE49-F238E27FC236}">
                  <a16:creationId xmlns:a16="http://schemas.microsoft.com/office/drawing/2014/main" id="{380F8F48-45E2-0603-EE96-D48D6107796F}"/>
                </a:ext>
              </a:extLst>
            </p:cNvPr>
            <p:cNvSpPr/>
            <p:nvPr/>
          </p:nvSpPr>
          <p:spPr>
            <a:xfrm>
              <a:off x="4947137" y="1367393"/>
              <a:ext cx="853440" cy="171809"/>
            </a:xfrm>
            <a:prstGeom prst="borderCallout1">
              <a:avLst>
                <a:gd name="adj1" fmla="val 18750"/>
                <a:gd name="adj2" fmla="val -8333"/>
                <a:gd name="adj3" fmla="val 315521"/>
                <a:gd name="adj4" fmla="val -13763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27708">
                <a:spcAft>
                  <a:spcPts val="315"/>
                </a:spcAft>
              </a:pPr>
              <a:r>
                <a:rPr lang="ko-KR" altLang="en-US" sz="664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장비</a:t>
              </a:r>
              <a:r>
                <a:rPr lang="en-US" altLang="ko-KR" sz="664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QR_TITLE</a:t>
              </a:r>
              <a:endParaRPr lang="ko-KR" altLang="en-US" sz="800"/>
            </a:p>
          </p:txBody>
        </p:sp>
        <p:sp>
          <p:nvSpPr>
            <p:cNvPr id="17" name="설명선: 선 16">
              <a:extLst>
                <a:ext uri="{FF2B5EF4-FFF2-40B4-BE49-F238E27FC236}">
                  <a16:creationId xmlns:a16="http://schemas.microsoft.com/office/drawing/2014/main" id="{28BDEE64-E81F-06F1-BFD1-83EEB25E0C4E}"/>
                </a:ext>
              </a:extLst>
            </p:cNvPr>
            <p:cNvSpPr/>
            <p:nvPr/>
          </p:nvSpPr>
          <p:spPr>
            <a:xfrm>
              <a:off x="7937117" y="4449322"/>
              <a:ext cx="903213" cy="249790"/>
            </a:xfrm>
            <a:prstGeom prst="borderCallout1">
              <a:avLst>
                <a:gd name="adj1" fmla="val 18750"/>
                <a:gd name="adj2" fmla="val -8333"/>
                <a:gd name="adj3" fmla="val -617451"/>
                <a:gd name="adj4" fmla="val -144797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27708">
                <a:spcAft>
                  <a:spcPts val="315"/>
                </a:spcAft>
              </a:pPr>
              <a:r>
                <a:rPr lang="ko-KR" altLang="en-US" sz="664" kern="1200" err="1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장비명</a:t>
              </a:r>
              <a:r>
                <a:rPr lang="en-US" altLang="ko-KR" sz="664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_TEXT</a:t>
              </a:r>
              <a:endParaRPr lang="ko-KR" altLang="en-US" sz="800"/>
            </a:p>
          </p:txBody>
        </p:sp>
        <p:sp>
          <p:nvSpPr>
            <p:cNvPr id="19" name="설명선: 선 18">
              <a:extLst>
                <a:ext uri="{FF2B5EF4-FFF2-40B4-BE49-F238E27FC236}">
                  <a16:creationId xmlns:a16="http://schemas.microsoft.com/office/drawing/2014/main" id="{D1DFBF49-FC96-14EC-831B-D9442A9EEA1A}"/>
                </a:ext>
              </a:extLst>
            </p:cNvPr>
            <p:cNvSpPr/>
            <p:nvPr/>
          </p:nvSpPr>
          <p:spPr>
            <a:xfrm flipH="1">
              <a:off x="3427334" y="1453298"/>
              <a:ext cx="754288" cy="171809"/>
            </a:xfrm>
            <a:prstGeom prst="borderCallout1">
              <a:avLst>
                <a:gd name="adj1" fmla="val 18750"/>
                <a:gd name="adj2" fmla="val -8333"/>
                <a:gd name="adj3" fmla="val 233941"/>
                <a:gd name="adj4" fmla="val -62507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27708">
                <a:spcAft>
                  <a:spcPts val="315"/>
                </a:spcAft>
              </a:pPr>
              <a:r>
                <a:rPr lang="en-US" altLang="ko-KR" sz="664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</a:t>
              </a:r>
              <a:endParaRPr lang="ko-KR" altLang="en-US" sz="800"/>
            </a:p>
          </p:txBody>
        </p:sp>
        <p:sp>
          <p:nvSpPr>
            <p:cNvPr id="2" name="설명선: 선 1">
              <a:extLst>
                <a:ext uri="{FF2B5EF4-FFF2-40B4-BE49-F238E27FC236}">
                  <a16:creationId xmlns:a16="http://schemas.microsoft.com/office/drawing/2014/main" id="{C3E740F9-95C8-00D7-9B00-75F132C19F1D}"/>
                </a:ext>
              </a:extLst>
            </p:cNvPr>
            <p:cNvSpPr/>
            <p:nvPr/>
          </p:nvSpPr>
          <p:spPr>
            <a:xfrm>
              <a:off x="6058186" y="1367393"/>
              <a:ext cx="853440" cy="171809"/>
            </a:xfrm>
            <a:prstGeom prst="borderCallout1">
              <a:avLst>
                <a:gd name="adj1" fmla="val 18750"/>
                <a:gd name="adj2" fmla="val -8333"/>
                <a:gd name="adj3" fmla="val 315521"/>
                <a:gd name="adj4" fmla="val -13763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27708">
                <a:spcAft>
                  <a:spcPts val="315"/>
                </a:spcAft>
              </a:pPr>
              <a:r>
                <a:rPr lang="ko-KR" altLang="en-US" sz="664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장비</a:t>
              </a:r>
              <a:r>
                <a:rPr lang="en-US" altLang="ko-KR" sz="664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ID_TITLE</a:t>
              </a:r>
              <a:endParaRPr lang="ko-KR" altLang="en-US" sz="800"/>
            </a:p>
          </p:txBody>
        </p:sp>
        <p:sp>
          <p:nvSpPr>
            <p:cNvPr id="3" name="설명선: 선 2">
              <a:extLst>
                <a:ext uri="{FF2B5EF4-FFF2-40B4-BE49-F238E27FC236}">
                  <a16:creationId xmlns:a16="http://schemas.microsoft.com/office/drawing/2014/main" id="{769AB55B-0E65-D810-FCA3-7487D46C94E0}"/>
                </a:ext>
              </a:extLst>
            </p:cNvPr>
            <p:cNvSpPr/>
            <p:nvPr/>
          </p:nvSpPr>
          <p:spPr>
            <a:xfrm flipH="1">
              <a:off x="3421473" y="2196986"/>
              <a:ext cx="754288" cy="171809"/>
            </a:xfrm>
            <a:prstGeom prst="borderCallout1">
              <a:avLst>
                <a:gd name="adj1" fmla="val 18750"/>
                <a:gd name="adj2" fmla="val -8333"/>
                <a:gd name="adj3" fmla="val 72468"/>
                <a:gd name="adj4" fmla="val -85623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27708">
                <a:spcAft>
                  <a:spcPts val="315"/>
                </a:spcAft>
              </a:pPr>
              <a:r>
                <a:rPr lang="en-US" altLang="ko-KR" sz="664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QR</a:t>
              </a:r>
              <a:endParaRPr lang="ko-KR" altLang="en-US" sz="800"/>
            </a:p>
          </p:txBody>
        </p:sp>
        <p:sp>
          <p:nvSpPr>
            <p:cNvPr id="5" name="설명선: 선 4">
              <a:extLst>
                <a:ext uri="{FF2B5EF4-FFF2-40B4-BE49-F238E27FC236}">
                  <a16:creationId xmlns:a16="http://schemas.microsoft.com/office/drawing/2014/main" id="{F5CDD665-5057-EDEF-FCF4-9774FF601587}"/>
                </a:ext>
              </a:extLst>
            </p:cNvPr>
            <p:cNvSpPr/>
            <p:nvPr/>
          </p:nvSpPr>
          <p:spPr>
            <a:xfrm>
              <a:off x="8793438" y="1365900"/>
              <a:ext cx="786903" cy="159799"/>
            </a:xfrm>
            <a:prstGeom prst="borderCallout1">
              <a:avLst>
                <a:gd name="adj1" fmla="val 18750"/>
                <a:gd name="adj2" fmla="val -8333"/>
                <a:gd name="adj3" fmla="val 578507"/>
                <a:gd name="adj4" fmla="val -206671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27708">
                <a:spcAft>
                  <a:spcPts val="315"/>
                </a:spcAft>
              </a:pPr>
              <a:r>
                <a:rPr lang="en-US" altLang="ko-KR" sz="664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TID_TEXT</a:t>
              </a:r>
              <a:endParaRPr lang="ko-KR" altLang="en-US" sz="800"/>
            </a:p>
          </p:txBody>
        </p:sp>
        <p:sp>
          <p:nvSpPr>
            <p:cNvPr id="6" name="설명선: 선 5">
              <a:extLst>
                <a:ext uri="{FF2B5EF4-FFF2-40B4-BE49-F238E27FC236}">
                  <a16:creationId xmlns:a16="http://schemas.microsoft.com/office/drawing/2014/main" id="{DF0B2250-92F7-F4DB-C2DF-9EE9460C1EAF}"/>
                </a:ext>
              </a:extLst>
            </p:cNvPr>
            <p:cNvSpPr/>
            <p:nvPr/>
          </p:nvSpPr>
          <p:spPr>
            <a:xfrm flipH="1">
              <a:off x="3385187" y="3789879"/>
              <a:ext cx="1098157" cy="203132"/>
            </a:xfrm>
            <a:prstGeom prst="borderCallout1">
              <a:avLst>
                <a:gd name="adj1" fmla="val 18750"/>
                <a:gd name="adj2" fmla="val -8333"/>
                <a:gd name="adj3" fmla="val -239827"/>
                <a:gd name="adj4" fmla="val -23676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27708">
                <a:spcAft>
                  <a:spcPts val="315"/>
                </a:spcAft>
              </a:pPr>
              <a:r>
                <a:rPr lang="ko-KR" altLang="en-US" sz="664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장비</a:t>
              </a:r>
              <a:r>
                <a:rPr lang="en-US" altLang="ko-KR" sz="664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QR_TEXT</a:t>
              </a:r>
              <a:endParaRPr lang="ko-KR" altLang="en-US" sz="800"/>
            </a:p>
          </p:txBody>
        </p:sp>
        <p:sp>
          <p:nvSpPr>
            <p:cNvPr id="8" name="설명선: 선 7">
              <a:extLst>
                <a:ext uri="{FF2B5EF4-FFF2-40B4-BE49-F238E27FC236}">
                  <a16:creationId xmlns:a16="http://schemas.microsoft.com/office/drawing/2014/main" id="{51D5FC80-B89B-3BEA-2209-AD6A0DA64544}"/>
                </a:ext>
              </a:extLst>
            </p:cNvPr>
            <p:cNvSpPr/>
            <p:nvPr/>
          </p:nvSpPr>
          <p:spPr>
            <a:xfrm flipH="1">
              <a:off x="4657999" y="4038267"/>
              <a:ext cx="894050" cy="203132"/>
            </a:xfrm>
            <a:prstGeom prst="borderCallout1">
              <a:avLst>
                <a:gd name="adj1" fmla="val 18750"/>
                <a:gd name="adj2" fmla="val -8333"/>
                <a:gd name="adj3" fmla="val -834760"/>
                <a:gd name="adj4" fmla="val -42947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27708">
                <a:spcAft>
                  <a:spcPts val="315"/>
                </a:spcAft>
              </a:pPr>
              <a:r>
                <a:rPr lang="en-US" altLang="ko-KR" sz="664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TID_TITLE</a:t>
              </a:r>
              <a:endParaRPr lang="ko-KR" altLang="en-US" sz="800"/>
            </a:p>
          </p:txBody>
        </p:sp>
        <p:sp>
          <p:nvSpPr>
            <p:cNvPr id="9" name="왼쪽 중괄호 8">
              <a:extLst>
                <a:ext uri="{FF2B5EF4-FFF2-40B4-BE49-F238E27FC236}">
                  <a16:creationId xmlns:a16="http://schemas.microsoft.com/office/drawing/2014/main" id="{2EE4580B-2F67-1EC2-F05E-DA767FB81277}"/>
                </a:ext>
              </a:extLst>
            </p:cNvPr>
            <p:cNvSpPr/>
            <p:nvPr/>
          </p:nvSpPr>
          <p:spPr>
            <a:xfrm rot="16200000">
              <a:off x="8145383" y="1742973"/>
              <a:ext cx="732155" cy="3989322"/>
            </a:xfrm>
            <a:prstGeom prst="leftBrace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설명선: 선 9">
              <a:extLst>
                <a:ext uri="{FF2B5EF4-FFF2-40B4-BE49-F238E27FC236}">
                  <a16:creationId xmlns:a16="http://schemas.microsoft.com/office/drawing/2014/main" id="{57D65C27-AAD2-3036-B610-CC65F4C87C70}"/>
                </a:ext>
              </a:extLst>
            </p:cNvPr>
            <p:cNvSpPr/>
            <p:nvPr/>
          </p:nvSpPr>
          <p:spPr>
            <a:xfrm>
              <a:off x="9762450" y="4482659"/>
              <a:ext cx="1266629" cy="249790"/>
            </a:xfrm>
            <a:prstGeom prst="borderCallout1">
              <a:avLst>
                <a:gd name="adj1" fmla="val 18750"/>
                <a:gd name="adj2" fmla="val -8333"/>
                <a:gd name="adj3" fmla="val -151889"/>
                <a:gd name="adj4" fmla="val -98623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27708">
                <a:spcAft>
                  <a:spcPts val="315"/>
                </a:spcAft>
              </a:pPr>
              <a:r>
                <a:rPr lang="ko-KR" altLang="en-US" sz="664" kern="1200" err="1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장비명</a:t>
              </a:r>
              <a:r>
                <a:rPr lang="en-US" altLang="ko-KR" sz="664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_TEXT_SIZE</a:t>
              </a:r>
              <a:endParaRPr lang="ko-KR" altLang="en-US" sz="800"/>
            </a:p>
          </p:txBody>
        </p:sp>
        <p:sp>
          <p:nvSpPr>
            <p:cNvPr id="20" name="왼쪽 중괄호 19">
              <a:extLst>
                <a:ext uri="{FF2B5EF4-FFF2-40B4-BE49-F238E27FC236}">
                  <a16:creationId xmlns:a16="http://schemas.microsoft.com/office/drawing/2014/main" id="{207464C7-9FA2-2EA8-3248-7CDF2F029A21}"/>
                </a:ext>
              </a:extLst>
            </p:cNvPr>
            <p:cNvSpPr/>
            <p:nvPr/>
          </p:nvSpPr>
          <p:spPr>
            <a:xfrm rot="10800000">
              <a:off x="10498019" y="2527494"/>
              <a:ext cx="249120" cy="838724"/>
            </a:xfrm>
            <a:prstGeom prst="leftBrace">
              <a:avLst>
                <a:gd name="adj1" fmla="val 8333"/>
                <a:gd name="adj2" fmla="val 45239"/>
              </a:avLst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4297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316</Words>
  <Application>Microsoft Office PowerPoint</Application>
  <PresentationFormat>와이드스크린</PresentationFormat>
  <Paragraphs>73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진래 김</dc:creator>
  <cp:lastModifiedBy>진래 김</cp:lastModifiedBy>
  <cp:revision>14</cp:revision>
  <dcterms:created xsi:type="dcterms:W3CDTF">2025-11-19T02:38:19Z</dcterms:created>
  <dcterms:modified xsi:type="dcterms:W3CDTF">2025-11-19T04:18:54Z</dcterms:modified>
</cp:coreProperties>
</file>